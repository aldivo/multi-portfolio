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4135445-1FD9-493B-A2C6-C946A1924482}" type="datetimeFigureOut">
              <a:rPr lang="en-ID" smtClean="0"/>
              <a:t>28/09/2023</a:t>
            </a:fld>
            <a:endParaRPr lang="en-ID"/>
          </a:p>
        </p:txBody>
      </p:sp>
      <p:sp>
        <p:nvSpPr>
          <p:cNvPr id="5" name="Footer Placeholder 4"/>
          <p:cNvSpPr>
            <a:spLocks noGrp="1"/>
          </p:cNvSpPr>
          <p:nvPr>
            <p:ph type="ftr" sz="quarter" idx="11"/>
          </p:nvPr>
        </p:nvSpPr>
        <p:spPr>
          <a:xfrm>
            <a:off x="1876424" y="5410201"/>
            <a:ext cx="5124886" cy="365125"/>
          </a:xfrm>
        </p:spPr>
        <p:txBody>
          <a:bodyPr/>
          <a:lstStyle/>
          <a:p>
            <a:endParaRPr lang="en-ID"/>
          </a:p>
        </p:txBody>
      </p:sp>
      <p:sp>
        <p:nvSpPr>
          <p:cNvPr id="6" name="Slide Number Placeholder 5"/>
          <p:cNvSpPr>
            <a:spLocks noGrp="1"/>
          </p:cNvSpPr>
          <p:nvPr>
            <p:ph type="sldNum" sz="quarter" idx="12"/>
          </p:nvPr>
        </p:nvSpPr>
        <p:spPr>
          <a:xfrm>
            <a:off x="9896911" y="5410199"/>
            <a:ext cx="771089" cy="365125"/>
          </a:xfrm>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1029379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35445-1FD9-493B-A2C6-C946A1924482}" type="datetimeFigureOut">
              <a:rPr lang="en-ID" smtClean="0"/>
              <a:t>28/09/2023</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129957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135445-1FD9-493B-A2C6-C946A1924482}" type="datetimeFigureOut">
              <a:rPr lang="en-ID" smtClean="0"/>
              <a:t>28/09/2023</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951796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1751943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135445-1FD9-493B-A2C6-C946A1924482}" type="datetimeFigureOut">
              <a:rPr lang="en-ID" smtClean="0"/>
              <a:t>28/09/2023</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2584751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135445-1FD9-493B-A2C6-C946A1924482}" type="datetimeFigureOut">
              <a:rPr lang="en-ID" smtClean="0"/>
              <a:t>28/09/2023</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423081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135445-1FD9-493B-A2C6-C946A1924482}" type="datetimeFigureOut">
              <a:rPr lang="en-ID" smtClean="0"/>
              <a:t>28/09/2023</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2281921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63890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3847430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935245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4228142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53107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35445-1FD9-493B-A2C6-C946A1924482}" type="datetimeFigureOut">
              <a:rPr lang="en-ID" smtClean="0"/>
              <a:t>28/09/2023</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3055339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135445-1FD9-493B-A2C6-C946A1924482}" type="datetimeFigureOut">
              <a:rPr lang="en-ID" smtClean="0"/>
              <a:t>28/09/2023</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2427795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135445-1FD9-493B-A2C6-C946A1924482}" type="datetimeFigureOut">
              <a:rPr lang="en-ID" smtClean="0"/>
              <a:t>28/09/2023</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1805827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35445-1FD9-493B-A2C6-C946A1924482}" type="datetimeFigureOut">
              <a:rPr lang="en-ID" smtClean="0"/>
              <a:t>28/09/2023</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33614796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35445-1FD9-493B-A2C6-C946A1924482}" type="datetimeFigureOut">
              <a:rPr lang="en-ID" smtClean="0"/>
              <a:t>28/09/2023</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C975514-8479-4636-B0F7-36F3F70F2D65}" type="slidenum">
              <a:rPr lang="en-ID" smtClean="0"/>
              <a:t>‹#›</a:t>
            </a:fld>
            <a:endParaRPr lang="en-ID"/>
          </a:p>
        </p:txBody>
      </p:sp>
    </p:spTree>
    <p:extLst>
      <p:ext uri="{BB962C8B-B14F-4D97-AF65-F5344CB8AC3E}">
        <p14:creationId xmlns:p14="http://schemas.microsoft.com/office/powerpoint/2010/main" val="1043841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4135445-1FD9-493B-A2C6-C946A1924482}" type="datetimeFigureOut">
              <a:rPr lang="en-ID" smtClean="0"/>
              <a:t>28/09/2023</a:t>
            </a:fld>
            <a:endParaRPr lang="en-ID"/>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C975514-8479-4636-B0F7-36F3F70F2D65}" type="slidenum">
              <a:rPr lang="en-ID" smtClean="0"/>
              <a:t>‹#›</a:t>
            </a:fld>
            <a:endParaRPr lang="en-ID"/>
          </a:p>
        </p:txBody>
      </p:sp>
    </p:spTree>
    <p:extLst>
      <p:ext uri="{BB962C8B-B14F-4D97-AF65-F5344CB8AC3E}">
        <p14:creationId xmlns:p14="http://schemas.microsoft.com/office/powerpoint/2010/main" val="366539539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E6F8-9C29-F248-4E08-D1ADC7082005}"/>
              </a:ext>
            </a:extLst>
          </p:cNvPr>
          <p:cNvSpPr>
            <a:spLocks noGrp="1"/>
          </p:cNvSpPr>
          <p:nvPr>
            <p:ph type="ctrTitle"/>
          </p:nvPr>
        </p:nvSpPr>
        <p:spPr>
          <a:xfrm>
            <a:off x="1700213" y="2235200"/>
            <a:ext cx="8791575" cy="2387600"/>
          </a:xfrm>
        </p:spPr>
        <p:txBody>
          <a:bodyPr anchor="ctr"/>
          <a:lstStyle/>
          <a:p>
            <a:pPr algn="ctr"/>
            <a:r>
              <a:rPr lang="en-US"/>
              <a:t>CARA MENGINSTALL ZABBIX DI UBUNTU 20.04</a:t>
            </a:r>
            <a:endParaRPr lang="en-ID"/>
          </a:p>
        </p:txBody>
      </p:sp>
      <p:sp>
        <p:nvSpPr>
          <p:cNvPr id="3" name="Subtitle 2">
            <a:extLst>
              <a:ext uri="{FF2B5EF4-FFF2-40B4-BE49-F238E27FC236}">
                <a16:creationId xmlns:a16="http://schemas.microsoft.com/office/drawing/2014/main" id="{FD53C453-29C1-5DAD-C8DD-E3529484D3A2}"/>
              </a:ext>
            </a:extLst>
          </p:cNvPr>
          <p:cNvSpPr>
            <a:spLocks noGrp="1"/>
          </p:cNvSpPr>
          <p:nvPr>
            <p:ph type="subTitle" idx="1"/>
          </p:nvPr>
        </p:nvSpPr>
        <p:spPr>
          <a:xfrm>
            <a:off x="1700213" y="3602038"/>
            <a:ext cx="8791575" cy="1655762"/>
          </a:xfrm>
        </p:spPr>
        <p:txBody>
          <a:bodyPr>
            <a:normAutofit/>
          </a:bodyPr>
          <a:lstStyle/>
          <a:p>
            <a:endParaRPr lang="en-ID"/>
          </a:p>
        </p:txBody>
      </p:sp>
    </p:spTree>
    <p:extLst>
      <p:ext uri="{BB962C8B-B14F-4D97-AF65-F5344CB8AC3E}">
        <p14:creationId xmlns:p14="http://schemas.microsoft.com/office/powerpoint/2010/main" val="179553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518EE-09D4-5011-3FBB-B2DA5A832AE3}"/>
              </a:ext>
            </a:extLst>
          </p:cNvPr>
          <p:cNvSpPr>
            <a:spLocks noGrp="1"/>
          </p:cNvSpPr>
          <p:nvPr>
            <p:ph type="title"/>
          </p:nvPr>
        </p:nvSpPr>
        <p:spPr/>
        <p:txBody>
          <a:bodyPr>
            <a:normAutofit/>
          </a:bodyPr>
          <a:lstStyle/>
          <a:p>
            <a:pPr algn="ctr"/>
            <a:r>
              <a:rPr lang="es-ES"/>
              <a:t>A. Menginstall zabbix repository</a:t>
            </a:r>
            <a:endParaRPr lang="en-ID"/>
          </a:p>
        </p:txBody>
      </p:sp>
      <p:sp>
        <p:nvSpPr>
          <p:cNvPr id="3" name="Content Placeholder 2">
            <a:extLst>
              <a:ext uri="{FF2B5EF4-FFF2-40B4-BE49-F238E27FC236}">
                <a16:creationId xmlns:a16="http://schemas.microsoft.com/office/drawing/2014/main" id="{0276EF85-67D8-B268-FB76-DC8FE2BA6F56}"/>
              </a:ext>
            </a:extLst>
          </p:cNvPr>
          <p:cNvSpPr>
            <a:spLocks noGrp="1"/>
          </p:cNvSpPr>
          <p:nvPr>
            <p:ph idx="1"/>
          </p:nvPr>
        </p:nvSpPr>
        <p:spPr/>
        <p:txBody>
          <a:bodyPr vert="horz" lIns="91440" tIns="45720" rIns="91440" bIns="45720" rtlCol="0">
            <a:normAutofit/>
          </a:bodyPr>
          <a:lstStyle/>
          <a:p>
            <a:pPr marL="0" indent="0">
              <a:buNone/>
            </a:pPr>
            <a:r>
              <a:rPr lang="en-ID"/>
              <a:t># wget https://repo.zabbix.com/zabbix/6.0/ubuntu/pool/main/z/zabbix-release/zabbix-release_6.0-4+ubuntu22.04_all.deb</a:t>
            </a:r>
          </a:p>
          <a:p>
            <a:pPr marL="0" indent="0">
              <a:buNone/>
            </a:pPr>
            <a:r>
              <a:rPr lang="en-ID"/>
              <a:t># dpkg -i zabbix-release_6.0-4+ubuntu22.04_all.deb</a:t>
            </a:r>
          </a:p>
          <a:p>
            <a:pPr marL="0" indent="0">
              <a:buNone/>
            </a:pPr>
            <a:r>
              <a:rPr lang="en-ID"/>
              <a:t># apt update</a:t>
            </a:r>
          </a:p>
          <a:p>
            <a:pPr marL="0" indent="0">
              <a:buNone/>
            </a:pPr>
            <a:r>
              <a:rPr lang="en-ID"/>
              <a:t>NB: jika terjadi error, disarankan untuk mendonlot ulang zabbixnya</a:t>
            </a:r>
          </a:p>
          <a:p>
            <a:pPr marL="0" indent="0">
              <a:buNone/>
            </a:pPr>
            <a:endParaRPr lang="en-ID"/>
          </a:p>
        </p:txBody>
      </p:sp>
    </p:spTree>
    <p:extLst>
      <p:ext uri="{BB962C8B-B14F-4D97-AF65-F5344CB8AC3E}">
        <p14:creationId xmlns:p14="http://schemas.microsoft.com/office/powerpoint/2010/main" val="348750717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4B49F-94C4-653A-E264-153B1A58D884}"/>
              </a:ext>
            </a:extLst>
          </p:cNvPr>
          <p:cNvSpPr>
            <a:spLocks noGrp="1"/>
          </p:cNvSpPr>
          <p:nvPr>
            <p:ph type="title"/>
          </p:nvPr>
        </p:nvSpPr>
        <p:spPr/>
        <p:txBody>
          <a:bodyPr/>
          <a:lstStyle/>
          <a:p>
            <a:pPr algn="ctr"/>
            <a:r>
              <a:rPr lang="en-ID"/>
              <a:t>B. Install Zabbix server, frontend, agent</a:t>
            </a:r>
          </a:p>
        </p:txBody>
      </p:sp>
      <p:sp>
        <p:nvSpPr>
          <p:cNvPr id="3" name="Content Placeholder 2">
            <a:extLst>
              <a:ext uri="{FF2B5EF4-FFF2-40B4-BE49-F238E27FC236}">
                <a16:creationId xmlns:a16="http://schemas.microsoft.com/office/drawing/2014/main" id="{5931B65C-7C16-0222-3843-495CF744DD97}"/>
              </a:ext>
            </a:extLst>
          </p:cNvPr>
          <p:cNvSpPr>
            <a:spLocks noGrp="1"/>
          </p:cNvSpPr>
          <p:nvPr>
            <p:ph idx="1"/>
          </p:nvPr>
        </p:nvSpPr>
        <p:spPr/>
        <p:txBody>
          <a:bodyPr/>
          <a:lstStyle/>
          <a:p>
            <a:pPr marL="0" indent="0">
              <a:buNone/>
            </a:pPr>
            <a:r>
              <a:rPr lang="en-ID"/>
              <a:t>Gunakan perintah berikut untuk menginstall server Zabbix, frontend, konfigurasi apache, skrip SQL, dan paket agen</a:t>
            </a:r>
            <a:br>
              <a:rPr lang="en-ID"/>
            </a:br>
            <a:endParaRPr lang="en-ID"/>
          </a:p>
          <a:p>
            <a:pPr marL="0" indent="0">
              <a:buNone/>
            </a:pPr>
            <a:r>
              <a:rPr lang="en-ID"/>
              <a:t># apt install zabbix-server-mysql zabbix-frontend-php zabbix-apache-conf zabbix-sql-scripts zabbix-agent</a:t>
            </a:r>
          </a:p>
        </p:txBody>
      </p:sp>
    </p:spTree>
    <p:extLst>
      <p:ext uri="{BB962C8B-B14F-4D97-AF65-F5344CB8AC3E}">
        <p14:creationId xmlns:p14="http://schemas.microsoft.com/office/powerpoint/2010/main" val="1343133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B73E-EDBC-9E11-01E9-E46D7371429F}"/>
              </a:ext>
            </a:extLst>
          </p:cNvPr>
          <p:cNvSpPr>
            <a:spLocks noGrp="1"/>
          </p:cNvSpPr>
          <p:nvPr>
            <p:ph type="title"/>
          </p:nvPr>
        </p:nvSpPr>
        <p:spPr/>
        <p:txBody>
          <a:bodyPr/>
          <a:lstStyle/>
          <a:p>
            <a:pPr algn="ctr"/>
            <a:r>
              <a:rPr lang="en-ID"/>
              <a:t>C. BUAT DATABASE AWAL</a:t>
            </a:r>
          </a:p>
        </p:txBody>
      </p:sp>
      <p:sp>
        <p:nvSpPr>
          <p:cNvPr id="3" name="Content Placeholder 2">
            <a:extLst>
              <a:ext uri="{FF2B5EF4-FFF2-40B4-BE49-F238E27FC236}">
                <a16:creationId xmlns:a16="http://schemas.microsoft.com/office/drawing/2014/main" id="{A6B3B8E7-5565-7838-1B60-7987077E72CA}"/>
              </a:ext>
            </a:extLst>
          </p:cNvPr>
          <p:cNvSpPr>
            <a:spLocks noGrp="1"/>
          </p:cNvSpPr>
          <p:nvPr>
            <p:ph idx="1"/>
          </p:nvPr>
        </p:nvSpPr>
        <p:spPr>
          <a:xfrm>
            <a:off x="1141412" y="2249486"/>
            <a:ext cx="11050588" cy="4608513"/>
          </a:xfrm>
        </p:spPr>
        <p:txBody>
          <a:bodyPr/>
          <a:lstStyle/>
          <a:p>
            <a:pPr marL="0" indent="0">
              <a:buNone/>
            </a:pPr>
            <a:r>
              <a:rPr lang="en-US"/>
              <a:t>Pastikan kalian memiliki server yang berjalan sebelum melanjutkan. Jalankan perintah ini pada host database kalian</a:t>
            </a:r>
          </a:p>
          <a:p>
            <a:pPr marL="0" indent="0">
              <a:buNone/>
            </a:pPr>
            <a:r>
              <a:rPr lang="en-ID"/>
              <a:t># mysql -uroot -p (lalu masukkan password kosong)</a:t>
            </a:r>
          </a:p>
          <a:p>
            <a:pPr marL="0" indent="0">
              <a:buNone/>
            </a:pPr>
            <a:r>
              <a:rPr lang="en-US"/>
              <a:t>Buat database Zabbix dan atur ke set karakter dan collation:</a:t>
            </a:r>
          </a:p>
          <a:p>
            <a:pPr marL="0" indent="0">
              <a:buNone/>
            </a:pPr>
            <a:r>
              <a:rPr lang="en-US"/>
              <a:t>mysql&gt; create database zabbix character set utf8mb4 collate utf8mb4_bin;</a:t>
            </a:r>
          </a:p>
          <a:p>
            <a:pPr marL="0" indent="0">
              <a:buNone/>
            </a:pPr>
            <a:r>
              <a:rPr lang="en-US"/>
              <a:t>Buat pengguna Zabbix baru tetapkan kata sandi yang mudah di ingat:</a:t>
            </a:r>
          </a:p>
          <a:p>
            <a:pPr marL="0" indent="0">
              <a:buNone/>
            </a:pPr>
            <a:r>
              <a:rPr lang="en-US"/>
              <a:t>mysql&gt; create user zabbix@localhost identified by ‘</a:t>
            </a:r>
            <a:r>
              <a:rPr lang="en-US" u="sng"/>
              <a:t>contoh</a:t>
            </a:r>
            <a:r>
              <a:rPr lang="en-US"/>
              <a:t> (ini password kalian)’;</a:t>
            </a:r>
          </a:p>
          <a:p>
            <a:pPr marL="0" indent="0">
              <a:buNone/>
            </a:pPr>
            <a:endParaRPr lang="en-US"/>
          </a:p>
        </p:txBody>
      </p:sp>
    </p:spTree>
    <p:extLst>
      <p:ext uri="{BB962C8B-B14F-4D97-AF65-F5344CB8AC3E}">
        <p14:creationId xmlns:p14="http://schemas.microsoft.com/office/powerpoint/2010/main" val="3580458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F3216-37B1-C09D-4DFA-394574B907B3}"/>
              </a:ext>
            </a:extLst>
          </p:cNvPr>
          <p:cNvSpPr>
            <a:spLocks noGrp="1"/>
          </p:cNvSpPr>
          <p:nvPr>
            <p:ph type="title"/>
          </p:nvPr>
        </p:nvSpPr>
        <p:spPr/>
        <p:txBody>
          <a:bodyPr/>
          <a:lstStyle/>
          <a:p>
            <a:pPr algn="ctr"/>
            <a:r>
              <a:rPr lang="en-ID"/>
              <a:t>C. BUAT DATABASE AWAL</a:t>
            </a:r>
          </a:p>
        </p:txBody>
      </p:sp>
      <p:sp>
        <p:nvSpPr>
          <p:cNvPr id="3" name="Content Placeholder 2">
            <a:extLst>
              <a:ext uri="{FF2B5EF4-FFF2-40B4-BE49-F238E27FC236}">
                <a16:creationId xmlns:a16="http://schemas.microsoft.com/office/drawing/2014/main" id="{1F70182C-A600-9F5A-BD5F-E1C6119C579D}"/>
              </a:ext>
            </a:extLst>
          </p:cNvPr>
          <p:cNvSpPr>
            <a:spLocks noGrp="1"/>
          </p:cNvSpPr>
          <p:nvPr>
            <p:ph idx="1"/>
          </p:nvPr>
        </p:nvSpPr>
        <p:spPr/>
        <p:txBody>
          <a:bodyPr/>
          <a:lstStyle/>
          <a:p>
            <a:pPr marL="0" indent="0">
              <a:buNone/>
            </a:pPr>
            <a:r>
              <a:rPr lang="en-US"/>
              <a:t>Berikan semua hak istimewa pada database Zabbix ke pengguna Zabbix:</a:t>
            </a:r>
          </a:p>
          <a:p>
            <a:pPr marL="0" indent="0">
              <a:buNone/>
            </a:pPr>
            <a:r>
              <a:rPr lang="en-US"/>
              <a:t>mysql&gt; grant all privileges on zabbix.* to zabbix@localhost;</a:t>
            </a:r>
          </a:p>
          <a:p>
            <a:pPr marL="0" indent="0">
              <a:buNone/>
            </a:pPr>
            <a:r>
              <a:rPr lang="en-US"/>
              <a:t>Enable opsi log_bin_trust_function_creators:</a:t>
            </a:r>
          </a:p>
          <a:p>
            <a:pPr marL="0" indent="0">
              <a:buNone/>
            </a:pPr>
            <a:r>
              <a:rPr lang="en-US"/>
              <a:t>mysql&gt; set global log_bin_trust_function_creators = 1;</a:t>
            </a:r>
          </a:p>
          <a:p>
            <a:pPr marL="0" indent="0">
              <a:buNone/>
            </a:pPr>
            <a:r>
              <a:rPr lang="en-US"/>
              <a:t>Lalu exit</a:t>
            </a:r>
          </a:p>
          <a:p>
            <a:pPr marL="0" indent="0">
              <a:buNone/>
            </a:pPr>
            <a:r>
              <a:rPr lang="en-US"/>
              <a:t>mysql&gt; quit;</a:t>
            </a:r>
            <a:endParaRPr lang="en-ID"/>
          </a:p>
        </p:txBody>
      </p:sp>
    </p:spTree>
    <p:extLst>
      <p:ext uri="{BB962C8B-B14F-4D97-AF65-F5344CB8AC3E}">
        <p14:creationId xmlns:p14="http://schemas.microsoft.com/office/powerpoint/2010/main" val="228060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51849-32B9-2D89-FD96-12A230318605}"/>
              </a:ext>
            </a:extLst>
          </p:cNvPr>
          <p:cNvSpPr>
            <a:spLocks noGrp="1"/>
          </p:cNvSpPr>
          <p:nvPr>
            <p:ph type="title"/>
          </p:nvPr>
        </p:nvSpPr>
        <p:spPr>
          <a:xfrm>
            <a:off x="1141412" y="234205"/>
            <a:ext cx="9905998" cy="1478570"/>
          </a:xfrm>
        </p:spPr>
        <p:txBody>
          <a:bodyPr/>
          <a:lstStyle/>
          <a:p>
            <a:pPr algn="ctr"/>
            <a:r>
              <a:rPr lang="en-ID"/>
              <a:t>C. BUAT DATABASE AWAL</a:t>
            </a:r>
          </a:p>
        </p:txBody>
      </p:sp>
      <p:sp>
        <p:nvSpPr>
          <p:cNvPr id="3" name="Content Placeholder 2">
            <a:extLst>
              <a:ext uri="{FF2B5EF4-FFF2-40B4-BE49-F238E27FC236}">
                <a16:creationId xmlns:a16="http://schemas.microsoft.com/office/drawing/2014/main" id="{9AA8A302-EA9E-9953-5B27-C0018B65F5E1}"/>
              </a:ext>
            </a:extLst>
          </p:cNvPr>
          <p:cNvSpPr>
            <a:spLocks noGrp="1"/>
          </p:cNvSpPr>
          <p:nvPr>
            <p:ph idx="1"/>
          </p:nvPr>
        </p:nvSpPr>
        <p:spPr>
          <a:xfrm>
            <a:off x="1141411" y="1712775"/>
            <a:ext cx="9905999" cy="4911020"/>
          </a:xfrm>
        </p:spPr>
        <p:txBody>
          <a:bodyPr>
            <a:normAutofit fontScale="92500" lnSpcReduction="10000"/>
          </a:bodyPr>
          <a:lstStyle/>
          <a:p>
            <a:pPr marL="0" indent="0">
              <a:buNone/>
            </a:pPr>
            <a:r>
              <a:rPr lang="en-US"/>
              <a:t>Impor skema awal dan data ke database Zabbix di host server Zabbix. Masukkan kata sandi yang anda buat sebelumnya saat di minta</a:t>
            </a:r>
          </a:p>
          <a:p>
            <a:pPr marL="0" indent="0">
              <a:buNone/>
            </a:pPr>
            <a:r>
              <a:rPr lang="en-ID"/>
              <a:t># zcat /usr/share/zabbix-sql-scripts/mysql/server.sql.gz | mysql --default-character-set=utf8mb4 -uzabbix -p zabbix</a:t>
            </a:r>
          </a:p>
          <a:p>
            <a:pPr marL="0" indent="0">
              <a:buNone/>
            </a:pPr>
            <a:r>
              <a:rPr lang="en-ID"/>
              <a:t>Enter Password</a:t>
            </a:r>
            <a:r>
              <a:rPr lang="en-ID">
                <a:sym typeface="Wingdings" panose="05000000000000000000" pitchFamily="2" charset="2"/>
              </a:rPr>
              <a:t>: (password sebelumnya)</a:t>
            </a:r>
          </a:p>
          <a:p>
            <a:pPr marL="0" indent="0">
              <a:buNone/>
            </a:pPr>
            <a:r>
              <a:rPr lang="en-ID">
                <a:sym typeface="Wingdings" panose="05000000000000000000" pitchFamily="2" charset="2"/>
              </a:rPr>
              <a:t>Nonaktifkan opsi log_</a:t>
            </a:r>
            <a:r>
              <a:rPr lang="en-US">
                <a:sym typeface="Wingdings" panose="05000000000000000000" pitchFamily="2" charset="2"/>
              </a:rPr>
              <a:t>bin_trust_function_creators </a:t>
            </a:r>
          </a:p>
          <a:p>
            <a:pPr marL="0" indent="0">
              <a:buNone/>
            </a:pPr>
            <a:r>
              <a:rPr lang="en-ID"/>
              <a:t># mysql -uroot -p</a:t>
            </a:r>
          </a:p>
          <a:p>
            <a:pPr marL="0" indent="0">
              <a:buNone/>
            </a:pPr>
            <a:r>
              <a:rPr lang="en-ID"/>
              <a:t>password(barusan)</a:t>
            </a:r>
          </a:p>
          <a:p>
            <a:pPr marL="0" indent="0">
              <a:buNone/>
            </a:pPr>
            <a:r>
              <a:rPr lang="en-ID"/>
              <a:t>mysql&gt; set global log_bin_trust_function_creators = 0;</a:t>
            </a:r>
          </a:p>
          <a:p>
            <a:pPr marL="0" indent="0">
              <a:buNone/>
            </a:pPr>
            <a:r>
              <a:rPr lang="en-ID"/>
              <a:t>mysql&gt; quit;</a:t>
            </a:r>
          </a:p>
          <a:p>
            <a:pPr marL="0" indent="0">
              <a:buNone/>
            </a:pPr>
            <a:endParaRPr lang="en-ID"/>
          </a:p>
        </p:txBody>
      </p:sp>
    </p:spTree>
    <p:extLst>
      <p:ext uri="{BB962C8B-B14F-4D97-AF65-F5344CB8AC3E}">
        <p14:creationId xmlns:p14="http://schemas.microsoft.com/office/powerpoint/2010/main" val="1147289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615D-D49E-D750-570B-36BA2AC60DB3}"/>
              </a:ext>
            </a:extLst>
          </p:cNvPr>
          <p:cNvSpPr>
            <a:spLocks noGrp="1"/>
          </p:cNvSpPr>
          <p:nvPr>
            <p:ph type="title"/>
          </p:nvPr>
        </p:nvSpPr>
        <p:spPr/>
        <p:txBody>
          <a:bodyPr/>
          <a:lstStyle/>
          <a:p>
            <a:pPr algn="ctr"/>
            <a:r>
              <a:rPr lang="en-US"/>
              <a:t>D. Konfigurasi database server untuk server zabbix</a:t>
            </a:r>
            <a:endParaRPr lang="en-ID"/>
          </a:p>
        </p:txBody>
      </p:sp>
      <p:sp>
        <p:nvSpPr>
          <p:cNvPr id="3" name="Content Placeholder 2">
            <a:extLst>
              <a:ext uri="{FF2B5EF4-FFF2-40B4-BE49-F238E27FC236}">
                <a16:creationId xmlns:a16="http://schemas.microsoft.com/office/drawing/2014/main" id="{04A1E4D8-0494-B602-D897-D2E097B23F0D}"/>
              </a:ext>
            </a:extLst>
          </p:cNvPr>
          <p:cNvSpPr>
            <a:spLocks noGrp="1"/>
          </p:cNvSpPr>
          <p:nvPr>
            <p:ph idx="1"/>
          </p:nvPr>
        </p:nvSpPr>
        <p:spPr/>
        <p:txBody>
          <a:bodyPr/>
          <a:lstStyle/>
          <a:p>
            <a:pPr marL="0" indent="0">
              <a:buNone/>
            </a:pPr>
            <a:r>
              <a:rPr lang="en-US"/>
              <a:t>Edit file konfigurasi server Zabbix (/etc/zabbix/zabbix_server.conf) untuk mengatur kata sandi database dengan menemukan(ctrl+w) ‘DBPassword=password’</a:t>
            </a:r>
          </a:p>
          <a:p>
            <a:pPr marL="0" indent="0">
              <a:buNone/>
            </a:pPr>
            <a:r>
              <a:rPr lang="en-US"/>
              <a:t>di “#DBPassword=” hashtag(#) nya dihilangkan atau disebut “uncommand”</a:t>
            </a:r>
          </a:p>
          <a:p>
            <a:pPr marL="0" indent="0">
              <a:buNone/>
            </a:pPr>
            <a:r>
              <a:rPr lang="en-US"/>
              <a:t>lalu DBPassword=password baru(disarankan mudah di ingat)</a:t>
            </a:r>
          </a:p>
          <a:p>
            <a:pPr marL="0" indent="0">
              <a:buNone/>
            </a:pPr>
            <a:r>
              <a:rPr lang="en-US"/>
              <a:t>lalu ctrl+o, enter(buat save), ctrl+x(exit)</a:t>
            </a:r>
          </a:p>
          <a:p>
            <a:pPr marL="0" indent="0">
              <a:buNone/>
            </a:pPr>
            <a:endParaRPr lang="en-ID"/>
          </a:p>
        </p:txBody>
      </p:sp>
    </p:spTree>
    <p:extLst>
      <p:ext uri="{BB962C8B-B14F-4D97-AF65-F5344CB8AC3E}">
        <p14:creationId xmlns:p14="http://schemas.microsoft.com/office/powerpoint/2010/main" val="1384232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D0EB-6A72-891C-9F15-E639ED1F825C}"/>
              </a:ext>
            </a:extLst>
          </p:cNvPr>
          <p:cNvSpPr>
            <a:spLocks noGrp="1"/>
          </p:cNvSpPr>
          <p:nvPr>
            <p:ph type="title"/>
          </p:nvPr>
        </p:nvSpPr>
        <p:spPr/>
        <p:txBody>
          <a:bodyPr/>
          <a:lstStyle/>
          <a:p>
            <a:r>
              <a:rPr lang="en-US"/>
              <a:t>E. Mulai zabbix server dan agen proses</a:t>
            </a:r>
            <a:endParaRPr lang="en-ID"/>
          </a:p>
        </p:txBody>
      </p:sp>
      <p:sp>
        <p:nvSpPr>
          <p:cNvPr id="3" name="Content Placeholder 2">
            <a:extLst>
              <a:ext uri="{FF2B5EF4-FFF2-40B4-BE49-F238E27FC236}">
                <a16:creationId xmlns:a16="http://schemas.microsoft.com/office/drawing/2014/main" id="{3C7C9BA6-951C-6A1D-7812-7B922170C31A}"/>
              </a:ext>
            </a:extLst>
          </p:cNvPr>
          <p:cNvSpPr>
            <a:spLocks noGrp="1"/>
          </p:cNvSpPr>
          <p:nvPr>
            <p:ph idx="1"/>
          </p:nvPr>
        </p:nvSpPr>
        <p:spPr/>
        <p:txBody>
          <a:bodyPr/>
          <a:lstStyle/>
          <a:p>
            <a:pPr marL="0" indent="0">
              <a:buNone/>
            </a:pPr>
            <a:r>
              <a:rPr lang="nl-NL"/>
              <a:t># systemctl restart zabbix-server zabbix-agent apache2</a:t>
            </a:r>
          </a:p>
          <a:p>
            <a:pPr marL="0" indent="0">
              <a:buNone/>
            </a:pPr>
            <a:r>
              <a:rPr lang="nl-NL"/>
              <a:t># systemctl enable zabbix-server zabbix-agent apache2</a:t>
            </a:r>
          </a:p>
          <a:p>
            <a:pPr marL="0" indent="0">
              <a:buNone/>
            </a:pPr>
            <a:endParaRPr lang="en-ID"/>
          </a:p>
        </p:txBody>
      </p:sp>
    </p:spTree>
    <p:extLst>
      <p:ext uri="{BB962C8B-B14F-4D97-AF65-F5344CB8AC3E}">
        <p14:creationId xmlns:p14="http://schemas.microsoft.com/office/powerpoint/2010/main" val="297694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C118-93A6-1BEE-EA4D-141C8FF601FB}"/>
              </a:ext>
            </a:extLst>
          </p:cNvPr>
          <p:cNvSpPr>
            <a:spLocks noGrp="1"/>
          </p:cNvSpPr>
          <p:nvPr>
            <p:ph type="title"/>
          </p:nvPr>
        </p:nvSpPr>
        <p:spPr/>
        <p:txBody>
          <a:bodyPr/>
          <a:lstStyle/>
          <a:p>
            <a:pPr algn="ctr"/>
            <a:r>
              <a:rPr lang="en-US"/>
              <a:t>F. Buka Zabbix di browser</a:t>
            </a:r>
            <a:endParaRPr lang="en-ID"/>
          </a:p>
        </p:txBody>
      </p:sp>
      <p:sp>
        <p:nvSpPr>
          <p:cNvPr id="3" name="Content Placeholder 2">
            <a:extLst>
              <a:ext uri="{FF2B5EF4-FFF2-40B4-BE49-F238E27FC236}">
                <a16:creationId xmlns:a16="http://schemas.microsoft.com/office/drawing/2014/main" id="{C2826BEA-55DC-1345-E12A-A1A982169124}"/>
              </a:ext>
            </a:extLst>
          </p:cNvPr>
          <p:cNvSpPr>
            <a:spLocks noGrp="1"/>
          </p:cNvSpPr>
          <p:nvPr>
            <p:ph idx="1"/>
          </p:nvPr>
        </p:nvSpPr>
        <p:spPr/>
        <p:txBody>
          <a:bodyPr/>
          <a:lstStyle/>
          <a:p>
            <a:pPr marL="0" indent="0">
              <a:buNone/>
            </a:pPr>
            <a:r>
              <a:rPr lang="en-US"/>
              <a:t>#ip a</a:t>
            </a:r>
          </a:p>
          <a:p>
            <a:pPr marL="0" indent="0">
              <a:buNone/>
            </a:pPr>
            <a:r>
              <a:rPr lang="en-ID"/>
              <a:t>cek ip kalian, lalu masukkan ip tsb di web, misal: 192.168.83.128 akan membuka web apache.</a:t>
            </a:r>
          </a:p>
          <a:p>
            <a:pPr marL="0" indent="0">
              <a:buNone/>
            </a:pPr>
            <a:r>
              <a:rPr lang="en-ID"/>
              <a:t>namun jika ingin memasuki zabbix tambahkan: 192.168.83.128/zabbix</a:t>
            </a:r>
          </a:p>
          <a:p>
            <a:pPr marL="0" indent="0">
              <a:buNone/>
            </a:pPr>
            <a:r>
              <a:rPr lang="en-ID"/>
              <a:t>Setelah itu ikuti petunjuk dilayar untuk menyelesaikan pengaturan zabbix</a:t>
            </a:r>
          </a:p>
        </p:txBody>
      </p:sp>
    </p:spTree>
    <p:extLst>
      <p:ext uri="{BB962C8B-B14F-4D97-AF65-F5344CB8AC3E}">
        <p14:creationId xmlns:p14="http://schemas.microsoft.com/office/powerpoint/2010/main" val="308506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8297-61C9-9568-54CF-6630AB29C6AB}"/>
              </a:ext>
            </a:extLst>
          </p:cNvPr>
          <p:cNvSpPr>
            <a:spLocks noGrp="1"/>
          </p:cNvSpPr>
          <p:nvPr>
            <p:ph type="title"/>
          </p:nvPr>
        </p:nvSpPr>
        <p:spPr/>
        <p:txBody>
          <a:bodyPr/>
          <a:lstStyle/>
          <a:p>
            <a:pPr algn="ctr"/>
            <a:r>
              <a:rPr lang="en-US"/>
              <a:t>1. Menginstall server Zabbix di ubuntu</a:t>
            </a:r>
            <a:endParaRPr lang="en-ID"/>
          </a:p>
        </p:txBody>
      </p:sp>
      <p:sp>
        <p:nvSpPr>
          <p:cNvPr id="3" name="Content Placeholder 2">
            <a:extLst>
              <a:ext uri="{FF2B5EF4-FFF2-40B4-BE49-F238E27FC236}">
                <a16:creationId xmlns:a16="http://schemas.microsoft.com/office/drawing/2014/main" id="{C4E90FD6-F47A-EE20-75BC-581F281A0074}"/>
              </a:ext>
            </a:extLst>
          </p:cNvPr>
          <p:cNvSpPr>
            <a:spLocks noGrp="1"/>
          </p:cNvSpPr>
          <p:nvPr>
            <p:ph idx="1"/>
          </p:nvPr>
        </p:nvSpPr>
        <p:spPr/>
        <p:txBody>
          <a:bodyPr/>
          <a:lstStyle/>
          <a:p>
            <a:pPr marL="0" indent="0">
              <a:buNone/>
            </a:pPr>
            <a:r>
              <a:rPr lang="en-US"/>
              <a:t>Pada Langkah ini penginstal akan memeriksa prasyaratan. Yang akan memeriksa apakah semua paket yang diperlukan dan modul pjp dikonfigurasi dengan benar. Jika kalian melihat pesan kesalahan apapun, perbaiki sebelum melanjutkan ke berikutnya. Lalu klik tombol “Langkah selanjutnya” untuk melajutkan</a:t>
            </a:r>
            <a:endParaRPr lang="en-ID"/>
          </a:p>
        </p:txBody>
      </p:sp>
    </p:spTree>
    <p:extLst>
      <p:ext uri="{BB962C8B-B14F-4D97-AF65-F5344CB8AC3E}">
        <p14:creationId xmlns:p14="http://schemas.microsoft.com/office/powerpoint/2010/main" val="486503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5E57-45FE-DA4B-7105-B5112B8F4028}"/>
              </a:ext>
            </a:extLst>
          </p:cNvPr>
          <p:cNvSpPr>
            <a:spLocks noGrp="1"/>
          </p:cNvSpPr>
          <p:nvPr>
            <p:ph type="title"/>
          </p:nvPr>
        </p:nvSpPr>
        <p:spPr/>
        <p:txBody>
          <a:bodyPr/>
          <a:lstStyle/>
          <a:p>
            <a:pPr algn="ctr"/>
            <a:r>
              <a:rPr lang="en-US"/>
              <a:t>2. Menginstall server Zabbix di ubuntu</a:t>
            </a:r>
            <a:endParaRPr lang="en-ID"/>
          </a:p>
        </p:txBody>
      </p:sp>
      <p:sp>
        <p:nvSpPr>
          <p:cNvPr id="3" name="Content Placeholder 2">
            <a:extLst>
              <a:ext uri="{FF2B5EF4-FFF2-40B4-BE49-F238E27FC236}">
                <a16:creationId xmlns:a16="http://schemas.microsoft.com/office/drawing/2014/main" id="{FC565DDA-066E-B328-B552-E02E68734729}"/>
              </a:ext>
            </a:extLst>
          </p:cNvPr>
          <p:cNvSpPr>
            <a:spLocks noGrp="1"/>
          </p:cNvSpPr>
          <p:nvPr>
            <p:ph idx="1"/>
          </p:nvPr>
        </p:nvSpPr>
        <p:spPr>
          <a:xfrm>
            <a:off x="1141412" y="2249486"/>
            <a:ext cx="9905999" cy="4608513"/>
          </a:xfrm>
        </p:spPr>
        <p:txBody>
          <a:bodyPr>
            <a:normAutofit/>
          </a:bodyPr>
          <a:lstStyle/>
          <a:p>
            <a:pPr marL="0" indent="0">
              <a:buNone/>
            </a:pPr>
            <a:r>
              <a:rPr lang="en-US"/>
              <a:t>Pastikan penginstalan disini diikuti dengan benar:</a:t>
            </a:r>
          </a:p>
          <a:p>
            <a:pPr marL="0" indent="0">
              <a:buNone/>
            </a:pPr>
            <a:r>
              <a:rPr lang="en-US"/>
              <a:t>Database type: MySQL</a:t>
            </a:r>
          </a:p>
          <a:p>
            <a:pPr marL="0" indent="0">
              <a:buNone/>
            </a:pPr>
            <a:r>
              <a:rPr lang="en-US"/>
              <a:t>Database host: localhost</a:t>
            </a:r>
          </a:p>
          <a:p>
            <a:pPr marL="0" indent="0">
              <a:buNone/>
            </a:pPr>
            <a:r>
              <a:rPr lang="en-US"/>
              <a:t>Database port: 0</a:t>
            </a:r>
          </a:p>
          <a:p>
            <a:pPr marL="0" indent="0">
              <a:buNone/>
            </a:pPr>
            <a:r>
              <a:rPr lang="en-US"/>
              <a:t>Database name: Zabbix</a:t>
            </a:r>
          </a:p>
          <a:p>
            <a:pPr marL="0" indent="0">
              <a:buNone/>
            </a:pPr>
            <a:r>
              <a:rPr lang="en-US"/>
              <a:t>Store credentials in: Plain text : HashiCorp Vault</a:t>
            </a:r>
          </a:p>
          <a:p>
            <a:pPr marL="0" indent="0">
              <a:buNone/>
            </a:pPr>
            <a:r>
              <a:rPr lang="en-US"/>
              <a:t>User: Zabbix</a:t>
            </a:r>
          </a:p>
          <a:p>
            <a:pPr marL="0" indent="0">
              <a:buNone/>
            </a:pPr>
            <a:r>
              <a:rPr lang="en-US"/>
              <a:t>Password: password yang disetting di “DBPassword=..” sebelumnya</a:t>
            </a:r>
            <a:endParaRPr lang="en-ID"/>
          </a:p>
        </p:txBody>
      </p:sp>
    </p:spTree>
    <p:extLst>
      <p:ext uri="{BB962C8B-B14F-4D97-AF65-F5344CB8AC3E}">
        <p14:creationId xmlns:p14="http://schemas.microsoft.com/office/powerpoint/2010/main" val="3910627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64710-15B6-E263-BAA2-77808C4CE87B}"/>
              </a:ext>
            </a:extLst>
          </p:cNvPr>
          <p:cNvSpPr>
            <a:spLocks noGrp="1"/>
          </p:cNvSpPr>
          <p:nvPr>
            <p:ph type="title"/>
          </p:nvPr>
        </p:nvSpPr>
        <p:spPr/>
        <p:txBody>
          <a:bodyPr/>
          <a:lstStyle/>
          <a:p>
            <a:pPr algn="ctr"/>
            <a:r>
              <a:rPr lang="en-US"/>
              <a:t>3. Memasang server Zabbix di ubuntu</a:t>
            </a:r>
            <a:endParaRPr lang="en-ID"/>
          </a:p>
        </p:txBody>
      </p:sp>
      <p:sp>
        <p:nvSpPr>
          <p:cNvPr id="3" name="Content Placeholder 2">
            <a:extLst>
              <a:ext uri="{FF2B5EF4-FFF2-40B4-BE49-F238E27FC236}">
                <a16:creationId xmlns:a16="http://schemas.microsoft.com/office/drawing/2014/main" id="{BD3BCDD7-9269-1AAD-DF89-795FE785E0AB}"/>
              </a:ext>
            </a:extLst>
          </p:cNvPr>
          <p:cNvSpPr>
            <a:spLocks noGrp="1"/>
          </p:cNvSpPr>
          <p:nvPr>
            <p:ph idx="1"/>
          </p:nvPr>
        </p:nvSpPr>
        <p:spPr/>
        <p:txBody>
          <a:bodyPr/>
          <a:lstStyle/>
          <a:p>
            <a:pPr marL="0" indent="0">
              <a:buNone/>
            </a:pPr>
            <a:r>
              <a:rPr lang="en-US"/>
              <a:t>Zabbix server name: Nama bebas</a:t>
            </a:r>
          </a:p>
          <a:p>
            <a:pPr marL="0" indent="0">
              <a:buNone/>
            </a:pPr>
            <a:r>
              <a:rPr lang="en-US"/>
              <a:t>Default time zone: pilih daerah kalian (UTC+07:00) untuk Jakarta</a:t>
            </a:r>
          </a:p>
          <a:p>
            <a:pPr marL="0" indent="0">
              <a:buNone/>
            </a:pPr>
            <a:r>
              <a:rPr lang="en-US"/>
              <a:t>Default theme: bebas</a:t>
            </a:r>
            <a:endParaRPr lang="en-ID"/>
          </a:p>
        </p:txBody>
      </p:sp>
    </p:spTree>
    <p:extLst>
      <p:ext uri="{BB962C8B-B14F-4D97-AF65-F5344CB8AC3E}">
        <p14:creationId xmlns:p14="http://schemas.microsoft.com/office/powerpoint/2010/main" val="3018886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5FF2B-5BB8-E64B-1987-75C8556F12C0}"/>
              </a:ext>
            </a:extLst>
          </p:cNvPr>
          <p:cNvSpPr>
            <a:spLocks noGrp="1"/>
          </p:cNvSpPr>
          <p:nvPr>
            <p:ph type="title"/>
          </p:nvPr>
        </p:nvSpPr>
        <p:spPr/>
        <p:txBody>
          <a:bodyPr/>
          <a:lstStyle/>
          <a:p>
            <a:pPr algn="ctr"/>
            <a:r>
              <a:rPr lang="en-US"/>
              <a:t>4. Instalasi selesai</a:t>
            </a:r>
            <a:endParaRPr lang="en-ID"/>
          </a:p>
        </p:txBody>
      </p:sp>
      <p:sp>
        <p:nvSpPr>
          <p:cNvPr id="3" name="Content Placeholder 2">
            <a:extLst>
              <a:ext uri="{FF2B5EF4-FFF2-40B4-BE49-F238E27FC236}">
                <a16:creationId xmlns:a16="http://schemas.microsoft.com/office/drawing/2014/main" id="{32520A82-341C-5283-73B8-D99D29DF3D01}"/>
              </a:ext>
            </a:extLst>
          </p:cNvPr>
          <p:cNvSpPr>
            <a:spLocks noGrp="1"/>
          </p:cNvSpPr>
          <p:nvPr>
            <p:ph idx="1"/>
          </p:nvPr>
        </p:nvSpPr>
        <p:spPr/>
        <p:txBody>
          <a:bodyPr/>
          <a:lstStyle/>
          <a:p>
            <a:pPr marL="0" indent="0">
              <a:buNone/>
            </a:pPr>
            <a:r>
              <a:rPr lang="en-US"/>
              <a:t>Jika berhasil, anda akan menerima pesan bahwa anda telah menginstall Zabbix. Lalu klik finish, setelah itu masukkan username dan password nya sebagai berikut</a:t>
            </a:r>
          </a:p>
          <a:p>
            <a:pPr marL="0" indent="0">
              <a:buNone/>
            </a:pPr>
            <a:r>
              <a:rPr lang="en-US"/>
              <a:t>Username: </a:t>
            </a:r>
            <a:r>
              <a:rPr lang="en-US" u="sng"/>
              <a:t>A</a:t>
            </a:r>
            <a:r>
              <a:rPr lang="en-US"/>
              <a:t>dmin</a:t>
            </a:r>
          </a:p>
          <a:p>
            <a:pPr marL="0" indent="0">
              <a:buNone/>
            </a:pPr>
            <a:r>
              <a:rPr lang="en-US"/>
              <a:t>Password: zabbix</a:t>
            </a:r>
            <a:endParaRPr lang="en-ID"/>
          </a:p>
        </p:txBody>
      </p:sp>
    </p:spTree>
    <p:extLst>
      <p:ext uri="{BB962C8B-B14F-4D97-AF65-F5344CB8AC3E}">
        <p14:creationId xmlns:p14="http://schemas.microsoft.com/office/powerpoint/2010/main" val="2000782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1963-8F81-78DD-79B4-B23686BE9D3D}"/>
              </a:ext>
            </a:extLst>
          </p:cNvPr>
          <p:cNvSpPr>
            <a:spLocks noGrp="1"/>
          </p:cNvSpPr>
          <p:nvPr>
            <p:ph type="ctrTitle"/>
          </p:nvPr>
        </p:nvSpPr>
        <p:spPr>
          <a:xfrm>
            <a:off x="1700213" y="2235200"/>
            <a:ext cx="8791575" cy="2387600"/>
          </a:xfrm>
        </p:spPr>
        <p:txBody>
          <a:bodyPr anchor="ctr"/>
          <a:lstStyle/>
          <a:p>
            <a:pPr algn="ctr"/>
            <a:r>
              <a:rPr lang="en-US"/>
              <a:t>Selamat, instalasi Zabbix berhasil</a:t>
            </a:r>
            <a:endParaRPr lang="en-ID"/>
          </a:p>
        </p:txBody>
      </p:sp>
      <p:sp>
        <p:nvSpPr>
          <p:cNvPr id="3" name="Subtitle 2">
            <a:extLst>
              <a:ext uri="{FF2B5EF4-FFF2-40B4-BE49-F238E27FC236}">
                <a16:creationId xmlns:a16="http://schemas.microsoft.com/office/drawing/2014/main" id="{1674C179-C111-D36F-DC41-ED859C28B5D2}"/>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2863018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Override1.xml><?xml version="1.0" encoding="utf-8"?>
<a:themeOverride xmlns:a="http://schemas.openxmlformats.org/drawingml/2006/main">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themeOverride>
</file>

<file path=docProps/app.xml><?xml version="1.0" encoding="utf-8"?>
<Properties xmlns="http://schemas.openxmlformats.org/officeDocument/2006/extended-properties" xmlns:vt="http://schemas.openxmlformats.org/officeDocument/2006/docPropsVTypes">
  <Template/>
  <TotalTime>151</TotalTime>
  <Words>683</Words>
  <Application>Microsoft Office PowerPoint</Application>
  <PresentationFormat>Widescreen</PresentationFormat>
  <Paragraphs>65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Tw Cen MT</vt:lpstr>
      <vt:lpstr>Circuit</vt:lpstr>
      <vt:lpstr>CARA MENGINSTALL ZABBIX DI UBUNTU 20.04</vt:lpstr>
      <vt:lpstr>A. Menginstall zabbix repository</vt:lpstr>
      <vt:lpstr>B. Install Zabbix server, frontend, agent</vt:lpstr>
      <vt:lpstr>C. BUAT DATABASE AWAL</vt:lpstr>
      <vt:lpstr>C. BUAT DATABASE AWAL</vt:lpstr>
      <vt:lpstr>C. BUAT DATABASE AWAL</vt:lpstr>
      <vt:lpstr>D. Konfigurasi database server untuk server zabbix</vt:lpstr>
      <vt:lpstr>E. Mulai zabbix server dan agen proses</vt:lpstr>
      <vt:lpstr>F. Buka Zabbix di browser</vt:lpstr>
      <vt:lpstr>1. Menginstall server Zabbix di ubuntu</vt:lpstr>
      <vt:lpstr>2. Menginstall server Zabbix di ubuntu</vt:lpstr>
      <vt:lpstr>3. Memasang server Zabbix di ubuntu</vt:lpstr>
      <vt:lpstr>4. Instalasi selesai</vt:lpstr>
      <vt:lpstr>Selamat, instalasi Zabbix berhasil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 MENGINSTALL ZABBIX DI UBUNTU 20.04</dc:title>
  <dc:creator>Aldivo Yoven</dc:creator>
  <cp:lastModifiedBy>Aldivo Yoven</cp:lastModifiedBy>
  <cp:revision>2</cp:revision>
  <dcterms:created xsi:type="dcterms:W3CDTF">2023-09-28T10:57:21Z</dcterms:created>
  <dcterms:modified xsi:type="dcterms:W3CDTF">2023-09-28T13:39:41Z</dcterms:modified>
</cp:coreProperties>
</file>